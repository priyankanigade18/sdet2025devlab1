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0D81-6E33-87C5-04E4-86125B0D5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1BD03-C239-FD22-07D2-4B6A3B7A3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2989D-A2C0-5C33-7E2F-B5B948ABC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3103-5EDF-85C3-5D4B-4A3069D8D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34883-8FD7-2D39-A728-89CD69B44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76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2A42-00DC-DEC0-73F3-88567343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6F538-4428-022D-99C0-DADFC8CA2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98C41-79D9-7628-4AD7-0FA35108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81CAF-17E7-0603-9127-A781F148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11A2-8233-32AB-A087-BFB34A5A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56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626E-A534-A6C1-715E-3F4261679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5135F-97B0-C19B-BDF9-F1108A505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94FDB-75FE-CF81-4DE3-4A844FC2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03D84-8C05-3E7E-BE6A-9B8C39E0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7EB04-5C37-9209-D7AB-8F708B6F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6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D38A-C781-F81B-48B2-13339938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D9D1E-0222-EDA4-C9E3-139603F26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080A2-13AA-4857-4802-FAF4DBDBC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143FB-2C64-92E7-0237-B74913E5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C5C03-0145-8F64-CE34-BFD255A4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0930B-67A5-80F5-C94F-B78B4CFD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95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85A2-9AED-FDF2-DE0E-F8F8EEB6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2AC51-5505-7EBD-8643-C5330E5BD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A3C03-70C5-EA24-658E-34F3037E6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AAB88D-2802-BB41-087A-DA21EFEF0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91A4DA-C4BB-B5FC-8B8D-19445CED5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5ADA1-ED77-9198-2803-D48CB28F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5C830D-6909-1968-B89D-E6A29F9AD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3E12A9-F0C8-1DCC-CEA3-482FE404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902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1014-A42F-4551-6BE8-7A0A16EE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A0909-3299-1C11-CA15-4B32A8BE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01CFD-931C-B1A5-DD3A-C2C70715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D1537-191E-09B2-89F1-5B9114D3F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49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8A26C9-9124-B315-921D-22E2ACD1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199BA-2DD8-970A-DACD-5A7E1468D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9C80E-8691-BDC8-BDA0-B728417E3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38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3AAD7-B712-FEC8-C97B-A08B1E3E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CCCE5-18C4-A7C6-C1FF-3452EBE8B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D56AB-CDE5-E947-AB87-B55846C6F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F9A85-D622-9801-8C66-8A007A34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6947B-F26B-655E-E054-9036779F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72BFA-C4BC-0B66-D582-95AFFE64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33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020F-CA7A-407B-D578-B0E7C41C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8FB991-D1BC-CC0B-5B90-6E7B6EF00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CA2C7-BFB2-303B-F0B9-D7D248B95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CFFF7-CE39-FF5A-894C-3EAFFE33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DC2CB-8161-0D1C-B7ED-1D3DA464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F42DB-FC5F-2F63-0296-B3C82775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58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14C82-2FAC-A34F-FA0E-9C400956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73B2A-6257-0FC5-75AF-A63438310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1C71D-47D2-42AE-F2D2-3FE710F9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D6784-5CCD-BC2F-58A1-1DD77D975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201E0-7F1C-2966-A483-1341B2FF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841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71D68D-58D7-71F4-A0EB-4DA53836F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B9D37-80EF-B9FF-BB0A-1ABA6B254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CA52-C41B-7CD7-41C2-82B03408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6052D-5659-F5DF-A4CF-20FE1B2B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63912-D7AB-1DF5-D1A1-8B29D3C4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882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F8A3E-46BE-2BAB-E284-B17EF0C1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70E43-AED7-3E71-790A-F2588DC2C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FEC8-72D8-4F37-02BD-FC72F8A9B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67036-0564-4EEE-AEB3-9AE26AE62297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67CE3-25C9-5693-4C4E-59F1F868C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680B3-2AB3-A4FA-76F8-69738A763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88648-A966-4C6C-AC53-AC21518027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50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hyperlink" Target="https://github.com/SeleniumHQ/docker-seleniu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4151-AFE6-DB96-7824-BAD17A655E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Selenium Grid With Docker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D2CD8-C6F3-DEEE-15E7-912AFE05D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Docker Tutorial">
            <a:extLst>
              <a:ext uri="{FF2B5EF4-FFF2-40B4-BE49-F238E27FC236}">
                <a16:creationId xmlns:a16="http://schemas.microsoft.com/office/drawing/2014/main" id="{2228C017-F828-54C3-4759-5E0D08D35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890" y="84931"/>
            <a:ext cx="1905000" cy="160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91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E16C8-22D6-A0EF-6781-18700DEA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4CD37-004B-0375-086B-6D7944C77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5"/>
            <a:ext cx="10515600" cy="4659248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Selenium Grid allows the execution of WebDriver scripts on remote machines by routing commands sent by the client to remote browser instances.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333333"/>
                </a:solidFill>
                <a:latin typeface="inter-regular"/>
              </a:rPr>
              <a:t>Grid aims to: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Provide an easy way to run tests in parallel on multiple machines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Allow testing on different browser versions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Enable cross platform testing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98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4C03-256C-C36E-AD7C-55E15EEDC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602" y="75162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333333"/>
                </a:solidFill>
                <a:latin typeface="inter-regular"/>
              </a:rPr>
              <a:t>When would you use a Selenium Grid?</a:t>
            </a:r>
            <a:br>
              <a:rPr lang="en-US" dirty="0">
                <a:solidFill>
                  <a:srgbClr val="333333"/>
                </a:solidFill>
                <a:latin typeface="inter-regular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20584-1992-EDC6-A854-3DBA03E85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602" y="1926684"/>
            <a:ext cx="10515600" cy="1885360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To run your tests in parallel, against different browser types, browser versions, operating systems</a:t>
            </a:r>
          </a:p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To reduce the time needed to execute a test suite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33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2FC8-A27B-4CEE-2158-BBBAB4F0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Grid Architecture</a:t>
            </a:r>
          </a:p>
        </p:txBody>
      </p:sp>
      <p:pic>
        <p:nvPicPr>
          <p:cNvPr id="1026" name="Picture 2" descr="Selenoid 入門 〜軽量で多機能な Selenium Grid〜 - 生産性向上ブログ">
            <a:extLst>
              <a:ext uri="{FF2B5EF4-FFF2-40B4-BE49-F238E27FC236}">
                <a16:creationId xmlns:a16="http://schemas.microsoft.com/office/drawing/2014/main" id="{03CCA0F0-C456-36DD-C18F-182AC30345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800" y="1769064"/>
            <a:ext cx="667250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443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70F19-AB8C-A2B1-1D93-35991ED06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Docker is an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open-source centralized platform designed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to create, deploy, and run applications.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Docker uses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container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on the host's operating system to run applications.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It allows applications to use the same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Linux kernel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as a system on the host computer, rather than creating a whole virtual operating system.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Containers ensure that our application works in any environment like development, test, or production.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50D4A2-F2CE-1712-7D2B-40F7B868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68332" cy="1325563"/>
          </a:xfrm>
        </p:spPr>
        <p:txBody>
          <a:bodyPr/>
          <a:lstStyle/>
          <a:p>
            <a:r>
              <a:rPr lang="en-IN" b="1" dirty="0"/>
              <a:t>Docker</a:t>
            </a:r>
          </a:p>
        </p:txBody>
      </p:sp>
      <p:pic>
        <p:nvPicPr>
          <p:cNvPr id="5" name="Picture 2" descr="Docker Tutorial">
            <a:extLst>
              <a:ext uri="{FF2B5EF4-FFF2-40B4-BE49-F238E27FC236}">
                <a16:creationId xmlns:a16="http://schemas.microsoft.com/office/drawing/2014/main" id="{A63CB4F5-4309-81AC-E949-46203DDAC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572" y="84931"/>
            <a:ext cx="1905000" cy="1740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95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CEFE4-857A-313C-79D0-F15380E3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Docker Architecture</a:t>
            </a:r>
          </a:p>
        </p:txBody>
      </p:sp>
      <p:pic>
        <p:nvPicPr>
          <p:cNvPr id="3074" name="Picture 2" descr="Docker Tutorial">
            <a:extLst>
              <a:ext uri="{FF2B5EF4-FFF2-40B4-BE49-F238E27FC236}">
                <a16:creationId xmlns:a16="http://schemas.microsoft.com/office/drawing/2014/main" id="{13056F59-9738-69B9-CACC-2461CF136E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890" y="56650"/>
            <a:ext cx="1905000" cy="160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Docker Container? How Does It Work? - Huawei">
            <a:extLst>
              <a:ext uri="{FF2B5EF4-FFF2-40B4-BE49-F238E27FC236}">
                <a16:creationId xmlns:a16="http://schemas.microsoft.com/office/drawing/2014/main" id="{9A92020A-DE3B-5D67-34CB-52DDB0127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81" y="1864692"/>
            <a:ext cx="10241437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32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9F6BF50-A44F-A46C-A777-74B72E2485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79" y="358220"/>
            <a:ext cx="10360842" cy="580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1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88BE-1837-5FBD-B151-1C505641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Docker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F7BF-298D-64E0-CB65-3FB1DE8713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To check version</a:t>
            </a:r>
          </a:p>
          <a:p>
            <a:pPr marL="0" indent="0">
              <a:buNone/>
            </a:pPr>
            <a:r>
              <a:rPr lang="en-IN" dirty="0"/>
              <a:t>docker –version</a:t>
            </a:r>
          </a:p>
          <a:p>
            <a:r>
              <a:rPr lang="en-IN" dirty="0"/>
              <a:t>To check information</a:t>
            </a:r>
          </a:p>
          <a:p>
            <a:pPr marL="0" indent="0">
              <a:buNone/>
            </a:pPr>
            <a:r>
              <a:rPr lang="en-IN" dirty="0"/>
              <a:t>docker info</a:t>
            </a:r>
          </a:p>
          <a:p>
            <a:r>
              <a:rPr lang="en-IN" dirty="0"/>
              <a:t>To get all commands</a:t>
            </a:r>
          </a:p>
          <a:p>
            <a:pPr marL="0" indent="0">
              <a:buNone/>
            </a:pPr>
            <a:r>
              <a:rPr lang="en-IN" dirty="0"/>
              <a:t>docker –help</a:t>
            </a:r>
          </a:p>
          <a:p>
            <a:r>
              <a:rPr lang="en-IN" dirty="0"/>
              <a:t>To get specific command meaning </a:t>
            </a:r>
          </a:p>
          <a:p>
            <a:pPr marL="0" indent="0">
              <a:buNone/>
            </a:pPr>
            <a:r>
              <a:rPr lang="en-IN" dirty="0"/>
              <a:t>docker command –help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0C0E2-E621-CF7F-4BFA-A8F6F9F0FF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To get list of images</a:t>
            </a:r>
          </a:p>
          <a:p>
            <a:pPr marL="0" indent="0">
              <a:buNone/>
            </a:pPr>
            <a:r>
              <a:rPr lang="en-IN" dirty="0"/>
              <a:t>docker images</a:t>
            </a:r>
          </a:p>
          <a:p>
            <a:r>
              <a:rPr lang="en-IN" dirty="0"/>
              <a:t>To add images</a:t>
            </a:r>
          </a:p>
          <a:p>
            <a:pPr marL="0" indent="0">
              <a:buNone/>
            </a:pPr>
            <a:r>
              <a:rPr lang="en-IN" dirty="0"/>
              <a:t>docker pull image</a:t>
            </a:r>
          </a:p>
          <a:p>
            <a:r>
              <a:rPr lang="en-IN" dirty="0"/>
              <a:t>To remove docker image</a:t>
            </a:r>
          </a:p>
          <a:p>
            <a:pPr marL="0" indent="0">
              <a:buNone/>
            </a:pPr>
            <a:r>
              <a:rPr lang="en-IN" dirty="0"/>
              <a:t>docker </a:t>
            </a:r>
            <a:r>
              <a:rPr lang="en-IN" dirty="0" err="1"/>
              <a:t>rmi</a:t>
            </a:r>
            <a:r>
              <a:rPr lang="en-IN" dirty="0"/>
              <a:t> </a:t>
            </a:r>
            <a:r>
              <a:rPr lang="en-IN" dirty="0" err="1"/>
              <a:t>imageid</a:t>
            </a:r>
            <a:endParaRPr lang="en-IN" dirty="0"/>
          </a:p>
          <a:p>
            <a:r>
              <a:rPr lang="en-IN" dirty="0"/>
              <a:t>To display list of containers</a:t>
            </a:r>
          </a:p>
          <a:p>
            <a:pPr marL="0" indent="0">
              <a:buNone/>
            </a:pPr>
            <a:r>
              <a:rPr lang="en-IN" dirty="0"/>
              <a:t>docker </a:t>
            </a:r>
            <a:r>
              <a:rPr lang="en-IN" dirty="0" err="1"/>
              <a:t>ps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4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DB50-3714-7966-B25E-E6F3B212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Automation on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E9179-6087-7A2D-601B-B1C1006B8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29" y="1825625"/>
            <a:ext cx="12041171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Download selenium/</a:t>
            </a:r>
            <a:r>
              <a:rPr lang="en-IN" dirty="0" err="1"/>
              <a:t>standalone-chrome:latest</a:t>
            </a:r>
            <a:r>
              <a:rPr lang="en-IN" dirty="0"/>
              <a:t> image</a:t>
            </a:r>
          </a:p>
          <a:p>
            <a:pPr marL="0" indent="0">
              <a:buNone/>
            </a:pPr>
            <a:r>
              <a:rPr lang="en-IN" dirty="0"/>
              <a:t>docker pull selenium/standalone-chrome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To create container use run command</a:t>
            </a:r>
          </a:p>
          <a:p>
            <a:pPr marL="0" indent="0">
              <a:buNone/>
            </a:pPr>
            <a:r>
              <a:rPr lang="en-US" dirty="0"/>
              <a:t>docker run -d -p 4444:4444 --</a:t>
            </a:r>
            <a:r>
              <a:rPr lang="en-US" dirty="0" err="1"/>
              <a:t>shm</a:t>
            </a:r>
            <a:r>
              <a:rPr lang="en-US" dirty="0"/>
              <a:t>-size="2g" selenium/</a:t>
            </a:r>
            <a:r>
              <a:rPr lang="en-US" dirty="0" err="1"/>
              <a:t>standalone-chrome:latest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Write script and run testcase</a:t>
            </a:r>
          </a:p>
        </p:txBody>
      </p:sp>
    </p:spTree>
    <p:extLst>
      <p:ext uri="{BB962C8B-B14F-4D97-AF65-F5344CB8AC3E}">
        <p14:creationId xmlns:p14="http://schemas.microsoft.com/office/powerpoint/2010/main" val="2791390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75AB-EA20-3DA6-10B1-058F68F1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Script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48924B-B500-E51F-B0AA-561E9143E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534" y="1690689"/>
            <a:ext cx="10284643" cy="4323612"/>
          </a:xfrm>
        </p:spPr>
      </p:pic>
    </p:spTree>
    <p:extLst>
      <p:ext uri="{BB962C8B-B14F-4D97-AF65-F5344CB8AC3E}">
        <p14:creationId xmlns:p14="http://schemas.microsoft.com/office/powerpoint/2010/main" val="831915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C560-17A9-3ADD-E2FA-B7B04503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Cross Browser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E7592-9E5B-6037-FF45-4ED5BA61B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10" y="1527142"/>
            <a:ext cx="10646790" cy="4649821"/>
          </a:xfrm>
        </p:spPr>
        <p:txBody>
          <a:bodyPr/>
          <a:lstStyle/>
          <a:p>
            <a:r>
              <a:rPr lang="en-IN" dirty="0"/>
              <a:t>Create Images then container</a:t>
            </a:r>
          </a:p>
          <a:p>
            <a:r>
              <a:rPr lang="en-IN" dirty="0"/>
              <a:t>Download Selenium/hub</a:t>
            </a:r>
          </a:p>
          <a:p>
            <a:pPr marL="0" indent="0">
              <a:buNone/>
            </a:pPr>
            <a:r>
              <a:rPr lang="en-IN" dirty="0"/>
              <a:t>docker pull selenium/hub</a:t>
            </a:r>
          </a:p>
          <a:p>
            <a:r>
              <a:rPr lang="en-IN" dirty="0"/>
              <a:t>Download selenium/node-chrome</a:t>
            </a:r>
          </a:p>
          <a:p>
            <a:pPr marL="0" indent="0">
              <a:buNone/>
            </a:pPr>
            <a:r>
              <a:rPr lang="en-IN" dirty="0"/>
              <a:t>docker pull selenium/node-chrome</a:t>
            </a:r>
          </a:p>
          <a:p>
            <a:r>
              <a:rPr lang="en-IN" dirty="0"/>
              <a:t>Download selenium/node-</a:t>
            </a:r>
            <a:r>
              <a:rPr lang="en-IN" dirty="0" err="1"/>
              <a:t>firefox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docker pull selenium/node-</a:t>
            </a:r>
            <a:r>
              <a:rPr lang="en-IN" dirty="0" err="1"/>
              <a:t>firefox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038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58D7-0CC1-0E80-66C3-556541B23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28" y="0"/>
            <a:ext cx="10515600" cy="1325563"/>
          </a:xfrm>
        </p:spPr>
        <p:txBody>
          <a:bodyPr/>
          <a:lstStyle/>
          <a:p>
            <a:r>
              <a:rPr lang="en-IN" b="1" dirty="0"/>
              <a:t>Prerequisite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DC8FB-03A4-CC39-16B8-CB6B561A2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02" y="1404594"/>
            <a:ext cx="11953188" cy="5363305"/>
          </a:xfrm>
        </p:spPr>
        <p:txBody>
          <a:bodyPr>
            <a:normAutofit/>
          </a:bodyPr>
          <a:lstStyle/>
          <a:p>
            <a:r>
              <a:rPr lang="en-US" altLang="en-US" dirty="0"/>
              <a:t>docker network create grid</a:t>
            </a:r>
          </a:p>
          <a:p>
            <a:r>
              <a:rPr lang="en-US" altLang="en-US" dirty="0"/>
              <a:t>docker run -d -p 4442-4444:4442-4444 --net grid --name selenium-hub selenium/hub:4.6.0-20221104 </a:t>
            </a:r>
          </a:p>
          <a:p>
            <a:r>
              <a:rPr lang="en-IN" dirty="0"/>
              <a:t>docker run -d --net grid -e SE_EVENT_BUS_HOST=selenium-hub --</a:t>
            </a:r>
            <a:r>
              <a:rPr lang="en-IN" dirty="0" err="1"/>
              <a:t>shm</a:t>
            </a:r>
            <a:r>
              <a:rPr lang="en-IN" dirty="0"/>
              <a:t>-size="2g" -e SE_EVENT_BUS_PUBLISH_PORT=4442 -e SE_EVENT_BUS_SUBSCRIBE_PORT=4443 selenium/</a:t>
            </a:r>
            <a:r>
              <a:rPr lang="en-IN" dirty="0" err="1"/>
              <a:t>node-chrome:latest</a:t>
            </a:r>
            <a:endParaRPr lang="en-IN" dirty="0"/>
          </a:p>
          <a:p>
            <a:r>
              <a:rPr lang="en-IN" dirty="0"/>
              <a:t>docker run -d --net grid -e SE_EVENT_BUS_HOST=selenium-hub --</a:t>
            </a:r>
            <a:r>
              <a:rPr lang="en-IN" dirty="0" err="1"/>
              <a:t>shm</a:t>
            </a:r>
            <a:r>
              <a:rPr lang="en-IN" dirty="0"/>
              <a:t>-size="2g" -e SE_EVENT_BUS_PUBLISH_PORT=4442 -e SE_EVENT_BUS_SUBSCRIBE_PORT=4443 selenium/</a:t>
            </a:r>
            <a:r>
              <a:rPr lang="en-IN" dirty="0" err="1"/>
              <a:t>node-edge:latest</a:t>
            </a:r>
            <a:endParaRPr lang="en-IN" dirty="0"/>
          </a:p>
          <a:p>
            <a:r>
              <a:rPr lang="en-IN" dirty="0"/>
              <a:t>docker run -d --net grid -e SE_EVENT_BUS_HOST=selenium-hub --</a:t>
            </a:r>
            <a:r>
              <a:rPr lang="en-IN" dirty="0" err="1"/>
              <a:t>shm</a:t>
            </a:r>
            <a:r>
              <a:rPr lang="en-IN" dirty="0"/>
              <a:t>-size="2g" -e SE_EVENT_BUS_PUBLISH_PORT=4442 -e SE_EVENT_BUS_SUBSCRIBE_PORT=4443 selenium/</a:t>
            </a:r>
            <a:r>
              <a:rPr lang="en-IN" dirty="0" err="1"/>
              <a:t>node-firefox:latest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137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A9B96-6A10-6DA6-EB14-CC2A037D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Selenium Hub 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014E-12F3-6C70-F8FD-1637F1ED8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https://github.com/SeleniumHQ/docker-selenium</a:t>
            </a:r>
            <a:endParaRPr lang="en-IN" dirty="0"/>
          </a:p>
          <a:p>
            <a:endParaRPr lang="en-IN"/>
          </a:p>
          <a:p>
            <a:endParaRPr lang="en-IN" dirty="0"/>
          </a:p>
          <a:p>
            <a:r>
              <a:rPr lang="en-IN" dirty="0">
                <a:hlinkClick r:id="rId3"/>
              </a:rPr>
              <a:t>https://hub.docker.com/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847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511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inter-bold</vt:lpstr>
      <vt:lpstr>inter-regular</vt:lpstr>
      <vt:lpstr>Office Theme</vt:lpstr>
      <vt:lpstr>Selenium Grid With Docker</vt:lpstr>
      <vt:lpstr>Selenium Grid</vt:lpstr>
      <vt:lpstr>When would you use a Selenium Grid? </vt:lpstr>
      <vt:lpstr> Grid Architecture</vt:lpstr>
      <vt:lpstr>Docker</vt:lpstr>
      <vt:lpstr>Docker Architecture</vt:lpstr>
      <vt:lpstr>PowerPoint Presentation</vt:lpstr>
      <vt:lpstr>Docker Commands</vt:lpstr>
      <vt:lpstr>Selenium Automation on Docker</vt:lpstr>
      <vt:lpstr>Script</vt:lpstr>
      <vt:lpstr>Cross Browser Test</vt:lpstr>
      <vt:lpstr>Prerequisite</vt:lpstr>
      <vt:lpstr>Docker Selenium Hub sites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Nigade</dc:creator>
  <cp:lastModifiedBy>Ganesh Nigade</cp:lastModifiedBy>
  <cp:revision>10</cp:revision>
  <dcterms:created xsi:type="dcterms:W3CDTF">2022-11-28T09:51:21Z</dcterms:created>
  <dcterms:modified xsi:type="dcterms:W3CDTF">2023-02-07T04:10:29Z</dcterms:modified>
</cp:coreProperties>
</file>